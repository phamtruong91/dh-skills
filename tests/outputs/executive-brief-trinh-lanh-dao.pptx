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rief" id="{5114b667-7529-c336-1dc0-68077f9d676c}">
          <p14:sldIdLst>
            <p14:sldId id="256"/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Tài liệu dành cho lãnh đạo đọc trước cuộc họp. Vấn đề cần quyết định được nêu ở slide này; thời hạn quyết định chưa có trong đầu vào nên để trống.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Bối cảnh: khảo sát học kỳ 1 năm học 2026–2027. Wifi đạt 2,77 điểm, là mức cần cải thiện theo quy ước dưới 3,0. Trong 360 phiếu có ý kiến mở, 120 phiếu nói về wifi.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Ô để trống nghĩa là chưa có số liệu kèm nguồn. Không tự điền. Phương án C chưa có báo giá nên chưa so được chi phí; phương án B thiếu đánh giá về phù hợp chiến lược.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Thông tin thiếu và giả định đang dùng. Chưa lượng hóa được rủi ro gián đoạn lịch học và nhu cầu ngân sách giai đoạn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Khuyến nghị giữ trung lập và nêu căn cứ. Câu đầu chưa đủ căn cứ để khuyến nghị, vì thiếu số liệu của C và tiêu chí chiến lược của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FE3E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3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Nâng cấp wifi giảng đường: cần quyết định gì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3E1"/>
                </a:solidFill>
              </a:rPr>
              <a:t>Executive brief · Thời hạn quyết định: chưa xác định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3E"/>
                </a:solidFill>
              </a:rPr>
              <a:t>Sinh viên chấm wifi thấp nhất trong các câu hỏi</a:t>
            </a:r>
            <a:endParaRPr lang="en-US" sz="2800" dirty="0"/>
          </a:p>
        </p:txBody>
      </p:sp>
      <p:sp>
        <p:nvSpPr>
          <p:cNvPr id="4" name="the"/>
          <p:cNvSpPr/>
          <p:nvPr/>
        </p:nvSpPr>
        <p:spPr>
          <a:xfrm>
            <a:off x="457200" y="137160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5" name="so-lieu"/>
          <p:cNvSpPr txBox="1"/>
          <p:nvPr/>
        </p:nvSpPr>
        <p:spPr>
          <a:xfrm>
            <a:off x="594360" y="15087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54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2,77</a:t>
            </a:r>
            <a:endParaRPr lang="en-US" sz="4000" dirty="0"/>
          </a:p>
        </p:txBody>
      </p:sp>
      <p:sp>
        <p:nvSpPr>
          <p:cNvPr id="6" name="nhan"/>
          <p:cNvSpPr txBox="1"/>
          <p:nvPr/>
        </p:nvSpPr>
        <p:spPr>
          <a:xfrm>
            <a:off x="594360" y="23317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</a:rPr>
              <a:t>điểm trung bình câu 'Mạng wifi ổn định' (thang 1–5)</a:t>
            </a:r>
            <a:endParaRPr lang="en-US" sz="1400" dirty="0"/>
          </a:p>
        </p:txBody>
      </p:sp>
      <p:sp>
        <p:nvSpPr>
          <p:cNvPr id="7" name="the"/>
          <p:cNvSpPr/>
          <p:nvPr/>
        </p:nvSpPr>
        <p:spPr>
          <a:xfrm>
            <a:off x="3268980" y="137160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8" name="so-lieu"/>
          <p:cNvSpPr txBox="1"/>
          <p:nvPr/>
        </p:nvSpPr>
        <p:spPr>
          <a:xfrm>
            <a:off x="3406140" y="15087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54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33,3%</a:t>
            </a:r>
            <a:endParaRPr lang="en-US" sz="4000" dirty="0"/>
          </a:p>
        </p:txBody>
      </p:sp>
      <p:sp>
        <p:nvSpPr>
          <p:cNvPr id="9" name="nhan"/>
          <p:cNvSpPr txBox="1"/>
          <p:nvPr/>
        </p:nvSpPr>
        <p:spPr>
          <a:xfrm>
            <a:off x="3406140" y="23317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</a:rPr>
              <a:t>ý kiến mở nói về wifi (120 trên 360)</a:t>
            </a:r>
            <a:endParaRPr lang="en-US" sz="1400" dirty="0"/>
          </a:p>
        </p:txBody>
      </p:sp>
      <p:sp>
        <p:nvSpPr>
          <p:cNvPr id="10" name="the"/>
          <p:cNvSpPr/>
          <p:nvPr/>
        </p:nvSpPr>
        <p:spPr>
          <a:xfrm>
            <a:off x="6080760" y="137160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so-lieu"/>
          <p:cNvSpPr txBox="1"/>
          <p:nvPr/>
        </p:nvSpPr>
        <p:spPr>
          <a:xfrm>
            <a:off x="6217920" y="15087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1.200</a:t>
            </a:r>
            <a:endParaRPr lang="en-US" sz="4000" dirty="0"/>
          </a:p>
        </p:txBody>
      </p:sp>
      <p:sp>
        <p:nvSpPr>
          <p:cNvPr id="12" name="nhan"/>
          <p:cNvSpPr txBox="1"/>
          <p:nvPr/>
        </p:nvSpPr>
        <p:spPr>
          <a:xfrm>
            <a:off x="6217920" y="23317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</a:rPr>
              <a:t>triệu đồng, chi phí phương án A theo báo giá</a:t>
            </a:r>
            <a:endParaRPr lang="en-US" sz="1400" dirty="0"/>
          </a:p>
        </p:txBody>
      </p:sp>
      <p:sp>
        <p:nvSpPr>
          <p:cNvPr id="13" name="nguon"/>
          <p:cNvSpPr txBox="1"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666"/>
                </a:solidFill>
              </a:rPr>
              <a:t>Nguồn: báo cáo khảo sát sinh viên học kỳ 1 năm học 2026–2027; báo giá NCC-01 (mẫu)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3E"/>
                </a:solidFill>
              </a:rPr>
              <a:t>Ba phương án, nhưng mới đủ số liệu cho hai</a:t>
            </a:r>
            <a:endParaRPr lang="en-US" sz="2800" dirty="0"/>
          </a:p>
        </p:txBody>
      </p:sp>
      <p:graphicFrame>
        <p:nvGraphicFramePr>
          <p:cNvPr id="4" name="ba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Tiêu chí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A. Toàn bộ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B. Hai giai đoạn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C. Thuê dịch vụ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Chi phí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1.200 triệu (NCC-01)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700 triệu (giai đoạn 1) (NCC-01)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Chưa có số liệu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Thời gian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 tháng (NCC-01)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2 tháng + 3 tháng (NCC-01)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Chưa có báo giá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Rủi ro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Gián đoạn lịch học (P. Đào tạo)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Giai đoạn 2 chưa có vốn (P. Tài chính)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Phụ thuộc nhà cung cấp (P. Quản trị)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Phù hợp chiến lược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Phù hợp kế hoạch CĐS (KH chuyển đổi số)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Chưa có số liệu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Chưa có số liệu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nguon"/>
          <p:cNvSpPr txBox="1"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666"/>
                </a:solidFill>
              </a:rPr>
              <a:t>Nguồn: báo giá NCC-01 (mẫu), ý kiến các phòng. 'Chưa có số liệu' nghĩa là chưa có nguồn kèm theo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3E"/>
                </a:solidFill>
              </a:rPr>
              <a:t>Những điều còn chưa rõ trước khi quyết định</a:t>
            </a:r>
            <a:endParaRPr lang="en-US" sz="2800" dirty="0"/>
          </a:p>
        </p:txBody>
      </p:sp>
      <p:sp>
        <p:nvSpPr>
          <p:cNvPr id="4" name="noi-dung"/>
          <p:cNvSpPr txBox="1"/>
          <p:nvPr/>
        </p:nvSpPr>
        <p:spPr>
          <a:xfrm>
            <a:off x="457200" y="137160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1F2A"/>
                </a:solidFill>
              </a:rPr>
              <a:t>Chưa có báo giá phương án C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1F2A"/>
                </a:solidFill>
              </a:rPr>
              <a:t>Chưa đánh giá phù hợp chiến lược của phương án B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1F2A"/>
                </a:solidFill>
              </a:rPr>
              <a:t>Giai đoạn 2 của phương án B chưa có ngân sách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1F2A"/>
                </a:solidFill>
              </a:rPr>
              <a:t>Rủi ro gián đoạn lịch học của A chưa lượng hóa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3E"/>
                </a:solidFill>
              </a:rPr>
              <a:t>Hai câu hỏi lãnh đạo cần trả lời</a:t>
            </a:r>
            <a:endParaRPr lang="en-US" sz="2800" dirty="0"/>
          </a:p>
        </p:txBody>
      </p:sp>
      <p:graphicFrame>
        <p:nvGraphicFramePr>
          <p:cNvPr id="6" name="ba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45920"/>
                <a:gridCol w="42062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Câu hỏi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Phương án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Khuyến nghị trung lập và căn cứ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Chọn phương án nào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A, B hoặc C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Chưa đủ căn cứ để khuyến nghị: thiếu báo giá C và đánh giá chiến lược của B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Có triển khai giai đoạn 1 của B trước không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Có / không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Khả thi về chi phí và thời gian theo báo giá NCC-01; chưa có xác nhận ngân sách giai đoạn 2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C4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nguon"/>
          <p:cNvSpPr txBox="1"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666"/>
                </a:solidFill>
              </a:rPr>
              <a:t>Nguồn: báo giá NCC-01 (mẫu), ý kiến phòng Tài chính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u nghiem">
  <a:themeElements>
    <a:clrScheme name="Thu nghiem">
      <a:dk1>
        <a:srgbClr val="1B1F2A"/>
      </a:dk1>
      <a:lt1>
        <a:srgbClr val="FFFFFF"/>
      </a:lt1>
      <a:dk2>
        <a:srgbClr val="0F3D3E"/>
      </a:dk2>
      <a:lt2>
        <a:srgbClr val="EEF3F2"/>
      </a:lt2>
      <a:accent1>
        <a:srgbClr val="0F6E6E"/>
      </a:accent1>
      <a:accent2>
        <a:srgbClr val="D9822B"/>
      </a:accent2>
      <a:accent3>
        <a:srgbClr val="5B8DB8"/>
      </a:accent3>
      <a:accent4>
        <a:srgbClr val="7A8B8B"/>
      </a:accent4>
      <a:accent5>
        <a:srgbClr val="B5473A"/>
      </a:accent5>
      <a:accent6>
        <a:srgbClr val="3E7C4F"/>
      </a:accent6>
      <a:hlink>
        <a:srgbClr val="0F6E6E"/>
      </a:hlink>
      <a:folHlink>
        <a:srgbClr val="7A8B8B"/>
      </a:folHlink>
    </a:clrScheme>
    <a:fontScheme name="Thu nghie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Executive brief: nâng cấp wifi giảng đường</dc:title>
  <dc:subject>PptxGenJS Presentation</dc:subject>
  <dc:creator>PptxGenJS</dc:creator>
  <cp:lastModifiedBy>PptxGenJS</cp:lastModifiedBy>
  <cp:revision>1</cp:revision>
  <dcterms:created xsi:type="dcterms:W3CDTF">2026-10-10T11:26:21Z</dcterms:created>
  <dcterms:modified xsi:type="dcterms:W3CDTF">2026-10-10T11:26:21Z</dcterms:modified>
</cp:coreProperties>
</file>